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Титул: суть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Петля игрока: покупка → скан → колода → 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Механика боя, типы карт и режимы.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Коллекция, сборка колоды, интеграция с приложением.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КОНЦЕПТ-ДОКУМЕНТ · ИЮЛЬ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«Атланты»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Коллекционная карточная игра для покупателей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3657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Бумажные карты с кассы оживают в приложении и сражаются в колоде игрока. Чем больше покупок — тем сильнее колода.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Веб-игра внутри приложения «Клуб Друзей»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-960000">
            <a:off x="8549640" y="1920240"/>
            <a:ext cx="1828800" cy="2743200"/>
          </a:xfrm>
          <a:prstGeom prst="roundRect">
            <a:avLst>
              <a:gd name="adj" fmla="val 7000"/>
            </a:avLst>
          </a:prstGeom>
          <a:solidFill>
            <a:srgbClr val="C74B41"/>
          </a:solidFill>
          <a:ln w="25400">
            <a:solidFill>
              <a:srgbClr val="ECC873"/>
            </a:solidFill>
            <a:prstDash val="solid"/>
          </a:ln>
          <a:effectLst>
            <a:outerShdw sx="100000" sy="100000" kx="0" ky="0" algn="bl" rotWithShape="0" blurRad="1270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72600" y="1920240"/>
            <a:ext cx="1828800" cy="2743200"/>
          </a:xfrm>
          <a:prstGeom prst="roundRect">
            <a:avLst>
              <a:gd name="adj" fmla="val 7000"/>
            </a:avLst>
          </a:prstGeom>
          <a:solidFill>
            <a:srgbClr val="8C66C6"/>
          </a:solidFill>
          <a:ln w="25400">
            <a:solidFill>
              <a:srgbClr val="ECC873"/>
            </a:solidFill>
            <a:prstDash val="solid"/>
          </a:ln>
          <a:effectLst>
            <a:outerShdw sx="100000" sy="100000" kx="0" ky="0" algn="bl" rotWithShape="0" blurRad="1270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960000">
            <a:off x="10195560" y="1920240"/>
            <a:ext cx="1828800" cy="2743200"/>
          </a:xfrm>
          <a:prstGeom prst="roundRect">
            <a:avLst>
              <a:gd name="adj" fmla="val 7000"/>
            </a:avLst>
          </a:prstGeom>
          <a:solidFill>
            <a:srgbClr val="3E82BC"/>
          </a:solidFill>
          <a:ln w="25400">
            <a:solidFill>
              <a:srgbClr val="ECC873"/>
            </a:solidFill>
            <a:prstDash val="solid"/>
          </a:ln>
          <a:effectLst>
            <a:outerShdw sx="100000" sy="100000" kx="0" ky="0" algn="bl" rotWithShape="0" blurRad="127000" dist="63500" dir="5400000">
              <a:srgbClr val="000000">
                <a:alpha val="45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Петля игрока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Покупка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бесплатно при чеке от 1000 ₽ или покупается на кассе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64408" y="2971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547872" y="19659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67912" y="23317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386791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2219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Сканирование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22192" y="35661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на карте сканируется прямо в игре и навсегда закрепляется за игроком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55664" y="19659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23317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9984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Колода растёт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9984" y="35661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карта усиливает колоду и открывает новые тактики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79992" y="2971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363456" y="19659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83496" y="23317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968349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37776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Бой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37776" y="35661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Дуэль 2–3 минуты: против компьютера или друга по короткому коду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Новичок сразу играет стартовой колодой — те же карты, что на бумаге, но низкой редкости. Первое сканирование даёт карту высокой редкости и ощутимый прирост силы.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Дуэль за 2–3 минуты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2788920"/>
          </a:xfrm>
          <a:prstGeom prst="roundRect">
            <a:avLst>
              <a:gd name="adj" fmla="val 3934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боя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718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здоровья у каждого бойца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3319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энергии на ход, рука 5 карт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 · Сила · Ловкость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усиления, решающие исход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1B2C46"/>
          </a:solidFill>
          <a:ln/>
        </p:spPr>
      </p:sp>
      <p:sp>
        <p:nvSpPr>
          <p:cNvPr id="13" name="Shape 11"/>
          <p:cNvSpPr/>
          <p:nvPr/>
        </p:nvSpPr>
        <p:spPr>
          <a:xfrm>
            <a:off x="6336792" y="20482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74B41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Атака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494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Урон: снимает блок и здоровье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807208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1B2C4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6792" y="29809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E82B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898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944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Блок, гасящий будущий урон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1B2C4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36792" y="39136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66C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831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Магия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49440" y="41513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Усиления, добор, лечение, энергия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22375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029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Против компьютера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режим, играть можно в одиночку в любой момент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5029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Дуэль с другом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создал бой, назвал 4-значный код — соперник вошёл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И ЗАПУСК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Честная коллекция и лёгкий запуск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QR-активация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263347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карта уникальна и активируется один раз — первым, кто отсканировал. Реестр хранит, кому и когда выдана.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44768" y="19202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224028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922008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Сборка колоды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22008" y="263347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 собирает боевую колоду из 20 карт своей коллекции — вручную или кнопкой автосбора.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1605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096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C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«Клуба Друзей»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455371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открывается в приложении как веб-экран (WebView): без установки, обновления мгновенны.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44768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B2C4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4160520"/>
            <a:ext cx="256032" cy="256032"/>
          </a:xfrm>
          <a:prstGeom prst="ellipse">
            <a:avLst/>
          </a:prstGeom>
          <a:solidFill>
            <a:srgbClr val="3FA890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08" y="4096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A8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команды приложения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922008" y="455371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вещи: экран WebView, подписанный id игрока и доступ к камере. Остальное — на игровом сервере.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6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боя перенесены из оригинальной игры «Атланты» и совпадают с ней один в один.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2026-07-22T06:56:35Z</dcterms:created>
  <dcterms:modified xsi:type="dcterms:W3CDTF">2026-07-22T06:56:35Z</dcterms:modified>
</cp:coreProperties>
</file>